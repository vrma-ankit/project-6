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Average Daily Sales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(€)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Promo</c:v>
                  </c:pt>
                  <c:pt idx="1">
                    <c:v>Promo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5300</c:v>
                </c:pt>
                <c:pt idx="1">
                  <c:v>7900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Average Sales — Seasonal Pattern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5400</c:v>
                </c:pt>
                <c:pt idx="1">
                  <c:v>5300</c:v>
                </c:pt>
                <c:pt idx="2">
                  <c:v>5600</c:v>
                </c:pt>
                <c:pt idx="3">
                  <c:v>5500</c:v>
                </c:pt>
                <c:pt idx="4">
                  <c:v>5700</c:v>
                </c:pt>
                <c:pt idx="5">
                  <c:v>5800</c:v>
                </c:pt>
                <c:pt idx="6">
                  <c:v>5750</c:v>
                </c:pt>
                <c:pt idx="7">
                  <c:v>5650</c:v>
                </c:pt>
                <c:pt idx="8">
                  <c:v>5700</c:v>
                </c:pt>
                <c:pt idx="9">
                  <c:v>5900</c:v>
                </c:pt>
                <c:pt idx="10">
                  <c:v>6800</c:v>
                </c:pt>
                <c:pt idx="11">
                  <c:v>7600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Avg Sales by Assortment Type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Sales (€)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645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Basic (a)</c:v>
                  </c:pt>
                  <c:pt idx="1">
                    <c:v>Extra (b)</c:v>
                  </c:pt>
                  <c:pt idx="2">
                    <c:v>Extended (c)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5200</c:v>
                </c:pt>
                <c:pt idx="1">
                  <c:v>6100</c:v>
                </c:pt>
                <c:pt idx="2">
                  <c:v>6800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645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ROSSMANN STORE SALES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Interim Findings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purchasing behavior across stores to inform a 6-week sales forecasting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1828800" cy="18288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4206240"/>
            <a:ext cx="1097280" cy="1097280"/>
          </a:xfrm>
          <a:prstGeom prst="ellipse">
            <a:avLst/>
          </a:prstGeom>
          <a:solidFill>
            <a:srgbClr val="F9E795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Machine Learning Engineering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across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(train)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types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(a, b, c, 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52560" y="128016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5256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wks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52560" y="21945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CATEGORIES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— Promo &amp; Promo2 (continuing promo)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— State/School holidays, seasonality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— Distance &amp; duration of nearest competitor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profile — Type (a–d) &amp; Assortment level (basic/extra/extended)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SIGNIFICANTLY LIFT SALES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1188720"/>
            <a:ext cx="5577840" cy="3840480"/>
          </a:xfrm>
          <a:prstGeom prst="roundRect">
            <a:avLst>
              <a:gd name="adj" fmla="val 2857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0936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09360" y="182880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running a Promo see noticeably higher footfall and revenue than non-promo days.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rises sharply on promo days — promos attract new shoppers, not just repeat ones.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Sales-per-customer dips slightly during promos — discount-driven, smaller average baskets.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lift varies widely by store — some see 50%+ gains, others minimal. Targeting matters.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SEASONALITY &amp; HOLIDAY EFFECTS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188720"/>
            <a:ext cx="3840480" cy="4114800"/>
          </a:xfrm>
          <a:prstGeom prst="roundRect">
            <a:avLst>
              <a:gd name="adj" fmla="val 2857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04672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046720" y="182880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November–December spike (Christmas shopping).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holidays show lower sales — most stores close.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holidays correlate with higher traffic.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the strongest weekday; Sunday lowest (closures).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TYPE, ASSORTMENT &amp; COMPETITION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18872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F0F3FC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FINDINGS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92240" y="182880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Extended-assortment stores post the highest average sales.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Counter-intuitively, very close competitors (&lt;500m) don't hurt sales — likely city-centre clustering effects.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competitor openings cause a short-term dip, but stores typically recover within 2–3 years.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(r ≈ 0.82–0.89) between customer count and sales.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FURTHER INVESTIGATION WORTH IT?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data shows strong, learnable signal.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Promo, seasonality, holiday, and store-profile features all show clear, consistent relationships with Sales.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Customers are strongly correlated (r ≈ 0.85) — confirms a learnable, non-random target.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 after handling missing competitor/promo2 fields and removing closed-store days.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Random Forest baseline + LSTM time-series model, evaluated on RMSPE, with deployment via Flask.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Rossmann Pharmaceuticals Sales Forecasting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Rossmann Sales Forecasting — EDA Summary</dc:title>
  <dc:subject>PptxGenJS Presentation</dc:subject>
  <dc:creator>Ankit</dc:creator>
  <cp:lastModifiedBy>Ankit</cp:lastModifiedBy>
  <cp:revision>1</cp:revision>
  <dcterms:created xsi:type="dcterms:W3CDTF">2026-06-30T16:55:49Z</dcterms:created>
  <dcterms:modified xsi:type="dcterms:W3CDTF">2026-06-30T16:55:49Z</dcterms:modified>
</cp:coreProperties>
</file>